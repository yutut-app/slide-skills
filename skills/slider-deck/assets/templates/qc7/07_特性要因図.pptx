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【特性要因図の使い方】</a:t>
            </a:r>
          </a:p>
          <a:p>
            <a:r>
              <a:t>・特性（結果）は1つに絞る。複数の不良をまとめて1枚に描かない</a:t>
            </a:r>
          </a:p>
          <a:p>
            <a:r>
              <a:t>・大骨は4M（人・機械・材料・方法）が基本。必要に応じて測定・環境を足して5M+1Eにする</a:t>
            </a:r>
          </a:p>
          <a:p>
            <a:r>
              <a:t>・中骨・小骨は「なぜそうなるか」で1〜2段掘る。1段で止めると対策が抽象的になる</a:t>
            </a:r>
          </a:p>
          <a:p>
            <a:r>
              <a:t>・末端が精神論（注意する・気をつける）になったら掘り足りない</a:t>
            </a:r>
          </a:p>
          <a:p>
            <a:r>
              <a:t>・出し切ったら、検証できる順に番号を振る。全部を検証しようとしない</a:t>
            </a:r>
          </a:p>
          <a:p>
            <a:r>
              <a:t>・現場の人を必ず入れて描く。1人で描くと現場感のない要因しか出ない</a:t>
            </a:r>
          </a:p>
          <a:p/>
          <a:p>
            <a:r>
              <a:t>【編集方法】中骨の線をコピーして増やす。テキストボックスは線の上に置く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特性要因図（要因を網羅的に出す）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要因を4Mで分解し、検証する順に並べ替える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3749039"/>
            <a:ext cx="914400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58400" y="3337560"/>
            <a:ext cx="17373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特性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（不良・ばらつき）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783080"/>
            <a:ext cx="1371600" cy="1965959"/>
          </a:xfrm>
          <a:prstGeom prst="line">
            <a:avLst/>
          </a:prstGeom>
          <a:ln w="2222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54480" y="1389888"/>
            <a:ext cx="1554480" cy="347472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人（Man）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7332" y="2331720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68772" y="2112263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1140" y="2953512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02580" y="273405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1783080"/>
            <a:ext cx="1371600" cy="1965959"/>
          </a:xfrm>
          <a:prstGeom prst="line">
            <a:avLst/>
          </a:prstGeom>
          <a:ln w="2222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94959" y="1389888"/>
            <a:ext cx="1554480" cy="347472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機械（Machine）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17812" y="2331720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09252" y="2112263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1620" y="2953512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3060" y="2734056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94560" y="3749039"/>
            <a:ext cx="1371600" cy="1965961"/>
          </a:xfrm>
          <a:prstGeom prst="line">
            <a:avLst/>
          </a:prstGeom>
          <a:ln w="2222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554480" y="5852160"/>
            <a:ext cx="1554480" cy="347472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材料（Material）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77332" y="5166360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8772" y="5212080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1140" y="4544568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02580" y="4590288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035040" y="3749039"/>
            <a:ext cx="1371600" cy="1965961"/>
          </a:xfrm>
          <a:prstGeom prst="line">
            <a:avLst/>
          </a:prstGeom>
          <a:ln w="2222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394959" y="5852160"/>
            <a:ext cx="1554480" cy="347472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方法（Method）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17812" y="5166360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9252" y="5212080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1620" y="4544568"/>
            <a:ext cx="1143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43060" y="4590288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中骨を記入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