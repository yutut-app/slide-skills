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【マトリックス図法の使い方】</a:t>
            </a:r>
          </a:p>
          <a:p>
            <a:r>
              <a:t>・全部◎になるのは軸が甘い証拠。相対評価にして差を付ける</a:t>
            </a:r>
          </a:p>
          <a:p>
            <a:r>
              <a:t>・軸に「実現性」を必ず入れる。効果だけで選ぶと実行されない案が残る</a:t>
            </a:r>
          </a:p>
          <a:p>
            <a:r>
              <a:t>・軸に重みを付ける場合は、重みも表に書く。頭の中で加重しない</a:t>
            </a:r>
          </a:p>
          <a:p>
            <a:r>
              <a:t>・記号だけ残して理由を残さないと、後から覆される。選定理由を必ず1文書く</a:t>
            </a:r>
          </a:p>
          <a:p>
            <a:r>
              <a:t>・落とした案も表に残す。検討したことが証拠になる</a:t>
            </a:r>
          </a:p>
          <a:p/>
          <a:p>
            <a:r>
              <a:t>【編集方法】行・列はセルを複製して増やす。総合列は手計算せず合計を記入する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マトリックス図法（複数の案を軸で比べる）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案を評価軸で採点し、選んだ理由を残す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31520" y="1691640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691640"/>
            <a:ext cx="169164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評価軸1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効果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1691640"/>
            <a:ext cx="169164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評価軸2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実現性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91640"/>
            <a:ext cx="169164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評価軸3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コスト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80" y="1691640"/>
            <a:ext cx="169164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評価軸4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期間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691640"/>
            <a:ext cx="169164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総合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50008"/>
            <a:ext cx="2377440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対策案A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350008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2350008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350008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2350008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2350008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008376"/>
            <a:ext cx="2377440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対策案B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3008376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3008376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008376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3008376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3008376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666744"/>
            <a:ext cx="2377440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対策案C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666744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3666744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666744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3666744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3666744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325112"/>
            <a:ext cx="2377440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対策案D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4325112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4325112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325112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8183880" y="4325112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4325112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035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記号の意味：  ◎ = 5点（明確に優れる）   ○ = 3点（条件付きで可）   △ = 1点（懸念あり）   × = 0点（不可）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32704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選定理由（1文で言い切る）：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907024"/>
            <a:ext cx="10515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