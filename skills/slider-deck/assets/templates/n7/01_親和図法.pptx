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【親和図法の使い方】</a:t>
            </a:r>
          </a:p>
          <a:p>
            <a:r>
              <a:t>・カードから始める。分類軸を先に決めると、結局いつもの分類になる</a:t>
            </a:r>
          </a:p>
          <a:p>
            <a:r>
              <a:t>・カードは1枚1事実。「〜が多い」ではなく、誰がいつ何を見たかを書く</a:t>
            </a:r>
          </a:p>
          <a:p>
            <a:r>
              <a:t>・グループの見出しは、中のカードの言葉を使って作る。抽象語で括らない</a:t>
            </a:r>
          </a:p>
          <a:p>
            <a:r>
              <a:t>・報告した本人を必ず入れる。伝聞だけで作ると文脈が抜ける</a:t>
            </a:r>
          </a:p>
          <a:p>
            <a:r>
              <a:t>・グループは4〜6。多すぎるなら括り直す</a:t>
            </a:r>
          </a:p>
          <a:p>
            <a:r>
              <a:t>・最後に全体を1文で言い切る。言えないならまだ構造になっていない</a:t>
            </a:r>
          </a:p>
          <a:p/>
          <a:p>
            <a:r>
              <a:t>【編集方法】カードはコピーして増やす。グループ枠の高さも一緒に伸ばす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親和図法（バラバラの意見を構造にする）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現場の言葉をカードに出し、似たものを集めて全体像を作る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417320"/>
            <a:ext cx="2697480" cy="3072384"/>
          </a:xfrm>
          <a:prstGeom prst="rect">
            <a:avLst/>
          </a:prstGeom>
          <a:solidFill>
            <a:srgbClr val="F2F5FA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9748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グループ見出し1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947672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551176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3154680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758184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697480" cy="3072384"/>
          </a:xfrm>
          <a:prstGeom prst="rect">
            <a:avLst/>
          </a:prstGeom>
          <a:solidFill>
            <a:srgbClr val="F2F5FA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69748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グループ見出し2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1947672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2551176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3154680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65576" y="3758184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2697480" cy="3072384"/>
          </a:xfrm>
          <a:prstGeom prst="rect">
            <a:avLst/>
          </a:prstGeom>
          <a:solidFill>
            <a:srgbClr val="F2F5FA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69748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グループ見出し3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1947672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551176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154680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3758184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417320"/>
            <a:ext cx="2697480" cy="3072384"/>
          </a:xfrm>
          <a:prstGeom prst="rect">
            <a:avLst/>
          </a:prstGeom>
          <a:solidFill>
            <a:srgbClr val="F2F5FA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417320"/>
            <a:ext cx="269748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グループ見出し4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1947672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6296" y="2551176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26296" y="3154680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3758184"/>
            <a:ext cx="24414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カード4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08576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総括文（全体を1文で言い切る）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01184"/>
            <a:ext cx="112745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